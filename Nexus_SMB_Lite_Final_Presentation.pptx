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4-DAY COURSE · FINAL TEAM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Nexus-SMB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</a:defRPr>
            </a:pPr>
            <a:r>
              <a:t>An Intent-Driven Autonomous AI Workforce and Multimodal Operating System for MSMEs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1371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Team Members: Pradheeban Kumar &amp; Team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Thiagarajar College of Engineering, Madurai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1. Start with the Problem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What is broken today, for whom, and why did your team choose 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Problem Statement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Small retail / kirana merchants manage inventory, wholesale bills, and khata manually in paper notebooks. They lack the time for complex software, leading to frequent stockouts, untracked dead stock, and lost customer sales.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Why This Problem?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Observed firsthand in local kirana shops: owners spend 2+ hours every evening manually reconciling paper bills. WhatsApp customer inquiries go unanswered while attending counter customers, losing business to quick-commerce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Target User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Independent kirana store owners, neighborhood provision shops, and small stationery merchants in Tier-2/3 cities communicating in colloquial languages (Tamil/Tanglish) and WhatsApp.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IMPACT &amp;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2. Why does this Problem matter?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Show the Impact before you show the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Impact / Evidence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Time Lost: 10–14 hours weekly spent manually tallying paper distributor invoices and daily register entries.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Financial Loss: 8–15% of working capital trapped in dead stock (slow-moving items past shelf life).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Missed Revenue: WhatsApp customer stock queries go unanswered during rush hours, losing buyers to quick-commerce.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Pricing Errors: Retailers accidentally sell discounted items below cost price without real-time margin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Success Criteria (Observable Outcomes)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5-Second Ingestion: Convert handwritten/printed wholesale bills into inventory records instantly using Multimodal Vision.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Consequential Action Gating: 100% prevention of loss-making price updates via automated human approval holds.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Sub-10ms Edge Response: 70%+ of customer WhatsApp queries answered instantly via local ML intent classification.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• Zero Hallucination: All stock and pricing answers strictly grounded in live SQLite database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3. Show the Intent-Driven Experience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What changes for the user when your Product orchestrates the work?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B91C1C"/>
                </a:solidFill>
              </a:defRPr>
            </a:pPr>
            <a:r>
              <a:t>BEFORE: Manual Fragmented Journey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1. Distributor delivers paper bill $\rightarrow$ Owner manually enters rows into paper register.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2. Customer asks price on WhatsApp $\rightarrow$ Owner stops counter work to search shelf.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3. Decides to discount slow stock $\rightarrow$ Manually calculates margin to avoid losses.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4. Customer asks for unavailable product $\rightarrow$ Signal forgotten; item never restocked.</a:t>
            </a:r>
          </a:p>
          <a:p>
            <a:pPr>
              <a:spcAft>
                <a:spcPts val="800"/>
              </a:spcAft>
              <a:defRPr sz="1200">
                <a:solidFill>
                  <a:srgbClr val="7F1D1D"/>
                </a:solidFill>
              </a:defRPr>
            </a:pPr>
            <a:r>
              <a:t>5. Reconciles sales register at night $\rightarrow$ 2 hours of repetitive calculation.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700" b="1">
                <a:solidFill>
                  <a:srgbClr val="15803D"/>
                </a:solidFill>
              </a:defRPr>
            </a:pPr>
            <a:r>
              <a:t>AFTER: Intent-Driven Agentic Experience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1. Express One Goal: Snap paper bill photo $\rightarrow$ Gemini Vision auto-updates inventory &amp; margins in 5s.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2. Natural Language Actions: 'Sold 20 milk' or 'Bought 10 sugar at 40' $\rightarrow$ Intent Router executes DB tools directly.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3. Safety Built-In: 'Drop price to 10' $\rightarrow$ Agent detects selling at a loss $\rightarrow$ Gates behind PendingAction approval.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4. Autonomous Customer Service: Local hybrid ML bot handles WhatsApp queries with live stock grounding 24/7.</a:t>
            </a:r>
          </a:p>
          <a:p>
            <a:pPr>
              <a:spcAft>
                <a:spcPts val="800"/>
              </a:spcAft>
              <a:defRPr sz="1200">
                <a:solidFill>
                  <a:srgbClr val="14532D"/>
                </a:solidFill>
              </a:defRPr>
            </a:pPr>
            <a:r>
              <a:t>5. Morning Briefing: Proactive orchestrator audits cash flow and dead stock before shop opens.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4. Architecture of the Solution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Show the system, not only the chat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INPUTS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Natural Chat &amp; Voice   |   Multimodal Bill Photos   |   Customer WhatsApp Queries   |   Daily APScheduler Cron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SESSION 1: UNDERSTAND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IntentRouter.decompose()   |   • Slot Filling (item, price, qty)   |   • Ambiguity Clarification Gate   |   • Zero-Hallucination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SESSION 3: KNOW &amp; REMEMBER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ContextGrounder   |   • SQLite Source Authority   |   • Dynamic Fact Injection   |   • 10-turn Rolling Conversation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SESSION 2: ACT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AgentToolRegistry   |   • Deterministic Tools   |   • Consequential Action Gating (Loss Prevention)   |   • Human-in-the-Loop Approvals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EVIDENCE &amp; OUTCOME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Database State Verified   |   PendingAction Generated   |   WhatsApp Reply Delivered   |   Developer Trace Rendered in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COURSE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5. What did you use from the Course?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Do not list buzzwords — Connect each concept to a Design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</a:defRPr>
            </a:pPr>
            <a:r>
              <a:t>Session 1 · Understand  —  Intent · Entities · State · Ambiguity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IntentRouter (backend/agents/intent_router.py): Decomposes user goal into QUERY, ACTION, or AMBIGUOUS.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Slot Extraction: Typed entities (item_name, quantity, price, expense_type).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Active Ambiguity Resolution: If owner says 'Change price', agent halts and clarifies: 'Which item and what is the new price?' instead of guessing.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698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</a:defRPr>
            </a:pPr>
            <a:r>
              <a:t>Session 2 · Act  —  Tools · Verification · Approvals · Native Tool Registry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Deterministic Tools (backend/agents/tools.py): Python ORM tools for price update, stock adjustment, sales &amp; expense logging.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Why Native Registry instead of MCP? Low latency in a self-contained retail app; zero IPC serialization overhead.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Consequential Verification &amp; HITL: If price drop creates negative margin (new_price &lt; cost), execution halts and creates PendingAction for owner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4F46E5"/>
                </a:solidFill>
              </a:defRPr>
            </a:pPr>
            <a:r>
              <a:t>Session 3 · Know &amp; Remember  —  Source Authority · Grounding · State Continuity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Source Authority Grounding: ContextGrounder queries SQLite for live item numbers (stock, margin, velocity) before LLM generates text.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State Continuity &amp; Memory: 10-turn persistent conversation memory loaded from SQLite conversations table.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Hybrid ML Edge: TF-IDF char n-grams (backend/ml/) for sub-10ms Tanglish customer intent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6. Implementation Details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Make the architecture concrete: stack, data flow, key decisions and failure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Tech Stack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Frontend: React 18, Vite, TailwindCSS, Lucide-React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Backend: FastAPI (Python 3.13), SQLAlchemy ORM, SQLite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AI Brain: Google Gemini 2.5 Flash (Vision &amp; Reasoning)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Local ML: Scikit-learn (TF-IDF char n-grams + Logistic Regression)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Task Scheduling: APScheduler for autonomous morning audits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Key Implementation Flow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1. User Message received via Chat / WhatsApp API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2. IntentRouter decomposes goal &amp; extracts target entities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3. ContextGrounder queries SQLite for live item record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4. AgentToolRegistry evaluates safety &amp; execution policy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5. Safe action updates DB; Risky action gates to PendingAction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6. Returns conversational reply + Developer Trace object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Reliability &amp; Controls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Zero-Downtime Fallback: If Gemini API quota fails, local DB fallback answers customer stock questions.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Loss Guardrail: Selling price cannot be dropped below wholesale cost without explicit owner approval.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Permissive Transliteration: Character n-grams handle Tanglish and typos (tamato, iruka, evlo).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Audit Logging: Every intent, tool execution, and approval is saved to SQLite.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7. Working Demo Scenario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The demo should prove the user outcome — not only that the UI loads.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Demo Scenario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Demonstrate end-to-end consequential price safety:</a:t>
            </a:r>
            <a:br/>
            <a:r>
              <a:t>Store owner instructs the AI via Chat: 'Change price of Lorem Souvenir to ₹1.0' (Wholesale cost is ₹3.25).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What We Observe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Agent Trace badge expands in Chat UI showing:</a:t>
            </a:r>
            <a:br/>
            <a:r>
              <a:t>  - Intent: ACTION_UPDATE_PRICE</a:t>
            </a:r>
            <a:br/>
            <a:r>
              <a:t>  - Grounded Source: SQLite (Cost: ₹3.25, Stock: 202)</a:t>
            </a:r>
            <a:br/>
            <a:r>
              <a:t>  - Safety Gate: Gated: Negative Margin Risk</a:t>
            </a:r>
            <a:br/>
            <a:r>
              <a:t>• Agent refuses direct database update and explains why.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Success Evidence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Live SQLite Check: Selling price was NOT corrupted.</a:t>
            </a:r>
            <a:br/>
            <a:r>
              <a:t>• Approvals Page: PendingAction #63 created with title 'Approval Needed: Sell Lorem Souvenir at a Loss?' awaiting owner decision.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Live Demonstration &amp; System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10332720" cy="3474720"/>
          </a:xfrm>
          <a:prstGeom prst="roundRect">
            <a:avLst/>
          </a:prstGeom>
          <a:solidFill>
            <a:srgbClr val="141D2F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818CF8"/>
                </a:solidFill>
              </a:defRPr>
            </a:pPr>
            <a:r>
              <a:t>Key Flows Demonstrated in Real-Time: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1. Multimodal Bill Ingestion: Upload purchase bill photo $\rightarrow$ Gemini Vision extracts items into inventory in 5s.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2. Ambiguity &amp; Clarification: Type 'Change price' $\rightarrow$ Agent asks: 'Which item and what price?'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3. Consequential Safety Gate: Type 'Change price of Milk to ₹10' (cost is ₹22) $\rightarrow$ PendingAction hold triggered.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4. Customer WhatsApp Bot: Tanglish query ('milk iruka?') $\rightarrow$ Sub-10ms ML classification + grounded live stock response.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5. Developer Trace: Live inspection of Intent, Slot Filling, Grounding flag, and Tool Verification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LEARNINGS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8. What did you Learn? What would you Improve?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Show engineering judgment, not only a happy-path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What Worked Well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Hybrid edge architecture: Character n-gram ML for Tanglish greetings + Gemini for reasoning saved 70% API calls.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Consequential action gates completely eliminated accidental inventory/pricing corruption.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Live SQLite source authority grounding prevented hallucination of product stock and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Limitations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Sarcasm and extreme regional idioms can still misclassify customer intent.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Concurrency: SQLite is fine for single stores, but chain stores require PostgreSQL with connection pooling.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Network dependency: Gemini cloud calls require internet; rural offline operation requires on-device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</a:defRPr>
            </a:pPr>
            <a:r>
              <a:t>Next Iteration (1 More Week)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Local Edge LLM: Deploy Meta's Llama 3.2 1B / 3B via Ollama for 100% offline edge inference on shop counter PCs.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WhatsApp Cloud Webhook: Bi-directional customer order placement and automated UPI payment link generation.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Supplier Auto-Reorder: Direct SMS/WhatsApp dispatch to distributors when items breach low-stock thresholds.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REFERENCES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9. References &amp; Artifacts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Make it easy for reviewers to inspect your work after the 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Project Links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GitHub Repository:</a:t>
            </a:r>
          </a:p>
          <a:p>
            <a:pPr>
              <a:defRPr sz="1200">
                <a:solidFill>
                  <a:srgbClr val="4F46E5"/>
                </a:solidFill>
              </a:defRPr>
            </a:pPr>
            <a:r>
              <a:t>https://github.com/PradheebanKumar/NexusSmbLite</a:t>
            </a:r>
          </a:p>
          <a:p>
            <a:pPr>
              <a:defRPr sz="1200">
                <a:solidFill>
                  <a:srgbClr val="64748B"/>
                </a:solidFill>
              </a:defRPr>
            </a:pP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Active Course Architecture Branch:</a:t>
            </a:r>
          </a:p>
          <a:p>
            <a:pPr>
              <a:defRPr sz="1200">
                <a:solidFill>
                  <a:srgbClr val="4F46E5"/>
                </a:solidFill>
              </a:defRPr>
            </a:pPr>
            <a:r>
              <a:t>feature/course-agent-architecture</a:t>
            </a:r>
          </a:p>
          <a:p>
            <a:pPr>
              <a:defRPr sz="1200">
                <a:solidFill>
                  <a:srgbClr val="64748B"/>
                </a:solidFill>
              </a:defRPr>
            </a:pP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Working Local Demo Environment:</a:t>
            </a:r>
          </a:p>
          <a:p>
            <a:pPr>
              <a:defRPr sz="1200">
                <a:solidFill>
                  <a:srgbClr val="4F46E5"/>
                </a:solidFill>
              </a:defRPr>
            </a:pPr>
            <a:r>
              <a:t>Backend: http://localhost:8000 (FastAPI Docs)</a:t>
            </a:r>
          </a:p>
          <a:p>
            <a:pPr>
              <a:defRPr sz="1200">
                <a:solidFill>
                  <a:srgbClr val="4F46E5"/>
                </a:solidFill>
              </a:defRPr>
            </a:pPr>
            <a:r>
              <a:t>Frontend: http://localhost:5173 (React UI)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References &amp; External Sources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Google Gemini 2.5 Flash: Multi-modal document ingestion &amp; agent reasoning.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Scikit-learn: Character n-gram TF-IDF Vectorization for noisy transliterated text.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Designing Agents for Intent-Driven Products Course Framework (Sessions 1–3).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• Meta Llama 3.2 Edge Documentation for on-device quantized retail models.</a:t>
            </a:r>
          </a:p>
          <a:p>
            <a:pPr>
              <a:defRPr sz="1200">
                <a:solidFill>
                  <a:srgbClr val="64748B"/>
                </a:solidFill>
              </a:defRPr>
            </a:pPr>
          </a:p>
          <a:p>
            <a:pPr>
              <a:defRPr sz="1600" b="1">
                <a:solidFill>
                  <a:srgbClr val="4F46E5"/>
                </a:solidFill>
              </a:defRPr>
            </a:pPr>
            <a:r>
              <a:t>Thank you! Ready for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